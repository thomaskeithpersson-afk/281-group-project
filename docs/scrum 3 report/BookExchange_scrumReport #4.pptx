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86fdd9974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g386fdd9974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86fdd9974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de0eaecae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3de0eaecae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de0eaecae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7F6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BOOKEXCHANGE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731520" y="2011680"/>
            <a:ext cx="7680960" cy="0"/>
          </a:xfrm>
          <a:prstGeom prst="straightConnector1">
            <a:avLst/>
          </a:prstGeom>
          <a:noFill/>
          <a:ln cap="flat" cmpd="sng" w="2540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Connecting Students. Saving Money. Reusing Books.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ENSE 281 | Scrum </a:t>
            </a:r>
            <a:r>
              <a:rPr lang="en-US" sz="1600">
                <a:solidFill>
                  <a:srgbClr val="FFFFFF"/>
                </a:solidFill>
              </a:rPr>
              <a:t>3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Presentation| </a:t>
            </a:r>
            <a:r>
              <a:rPr lang="en-US" sz="1600">
                <a:solidFill>
                  <a:srgbClr val="FFFFFF"/>
                </a:solidFill>
              </a:rPr>
              <a:t>April 8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7200" y="274375"/>
            <a:ext cx="8229600" cy="4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200"/>
              <a:buFont typeface="Arial"/>
              <a:buNone/>
            </a:pPr>
            <a:r>
              <a:rPr b="1" lang="en-US" sz="6500">
                <a:solidFill>
                  <a:srgbClr val="1A7F64"/>
                </a:solidFill>
              </a:rPr>
              <a:t>Demo</a:t>
            </a:r>
            <a:endParaRPr b="0" i="0" sz="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A7F64"/>
                </a:solidFill>
                <a:latin typeface="Arial"/>
                <a:ea typeface="Arial"/>
                <a:cs typeface="Arial"/>
                <a:sym typeface="Arial"/>
              </a:rPr>
              <a:t>Self-Reflection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457200" y="1097275"/>
            <a:ext cx="8229600" cy="33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How Did We Feel About This Project?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Overall, the team felt proud of what was produced. Starting from a blank HTML file and arriving at a complete, working application within one semester was satisfying. The project felt meaningful because it solved a real problem, one we actually face as students.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What Is the Team Most Proud Of?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The team is most proud of delivering a complete, coherent product. Every feature listed in the scope was shipped. Nothing was abandoned or half-finished.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What Did We Learn About Ourselves?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Individually, each team member learned that the practices taught in ENSE 281 (clean naming, clear documentation, consistent code style) are not just theoretical ideals. When four people share a codebase, those practices directly affect how quickly you can understand and build on each other's work. Poor naming caused real friction; clear naming removed it.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6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A7F64"/>
                </a:solidFill>
                <a:latin typeface="Arial"/>
                <a:ea typeface="Arial"/>
                <a:cs typeface="Arial"/>
                <a:sym typeface="Arial"/>
              </a:rPr>
              <a:t>Self-Reflection (Continued)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57200" y="1097275"/>
            <a:ext cx="8229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Obstacles, Frustrations, and How We Overcame Them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Honestly, the biggest challenge was not technical; it was time. Every team member was balancing this project alongside other courses, part-time jobs, and personal responsibilities outside of school. There were moments where progress was slower than expected, not because anyone was disengaged, but because life does not pause for a semester project.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How Will We Apply These Learnings Going Forward?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The principles practised in this project (defining clear goals, building iteratively, seeking feedback, and keeping scope tight) apply directly to any future software work. Each team member now has a concrete, shareable project to reference when articulating these skills.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In future projects, we would invest earlier in a lightweight design document and make architectural decisions explicitly rather than implicitly. We would also build in more structured feedback checkpoints rather than relying on informal input.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/>
        </p:nvSpPr>
        <p:spPr>
          <a:xfrm>
            <a:off x="472975" y="253375"/>
            <a:ext cx="78885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1A7F64"/>
                </a:solidFill>
              </a:rPr>
              <a:t>Future Adjustments:</a:t>
            </a:r>
            <a:endParaRPr sz="3200">
              <a:solidFill>
                <a:srgbClr val="1A7F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591200" y="1114850"/>
            <a:ext cx="7972800" cy="3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Payment Processing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Rating/Reviews</a:t>
            </a:r>
            <a:endParaRPr sz="2100"/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In-App Messaging</a:t>
            </a:r>
            <a:endParaRPr sz="21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7F64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GitHub: github.com/thomaskeithpersson-afk/281-Group-Project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