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86fdd99741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g386fdd99741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g386fdd99741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de0eaecae6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" name="Google Shape;42;g3de0eaecae6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g3de0eaecae6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7F64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00"/>
              <a:buFont typeface="Arial"/>
              <a:buNone/>
            </a:pPr>
            <a:r>
              <a:rPr b="1" i="0" lang="en-US" sz="6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BOOKEXCHANGE</a:t>
            </a:r>
            <a:endParaRPr b="0" i="0" sz="6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" name="Google Shape;17;p3"/>
          <p:cNvCxnSpPr/>
          <p:nvPr/>
        </p:nvCxnSpPr>
        <p:spPr>
          <a:xfrm>
            <a:off x="731520" y="2011680"/>
            <a:ext cx="7680960" cy="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Connecting Students. Saving Money. Reusing Books.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ENSE 281 | Scrum </a:t>
            </a:r>
            <a:r>
              <a:rPr lang="en-US" sz="1600">
                <a:solidFill>
                  <a:srgbClr val="FFFFFF"/>
                </a:solidFill>
              </a:rPr>
              <a:t>3</a:t>
            </a: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Presentation| </a:t>
            </a:r>
            <a:r>
              <a:rPr lang="en-US" sz="1600">
                <a:solidFill>
                  <a:srgbClr val="FFFFFF"/>
                </a:solidFill>
              </a:rPr>
              <a:t>April 8</a:t>
            </a: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, 2026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457200" y="274375"/>
            <a:ext cx="8229600" cy="458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7F64"/>
              </a:buClr>
              <a:buSzPts val="3200"/>
              <a:buFont typeface="Arial"/>
              <a:buNone/>
            </a:pPr>
            <a:r>
              <a:rPr b="1" lang="en-US" sz="6500">
                <a:solidFill>
                  <a:srgbClr val="1A7F64"/>
                </a:solidFill>
              </a:rPr>
              <a:t>Demo</a:t>
            </a:r>
            <a:endParaRPr b="0" i="0" sz="6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/>
          <p:nvPr/>
        </p:nvSpPr>
        <p:spPr>
          <a:xfrm>
            <a:off x="457200" y="27432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F64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A7F64"/>
                </a:solidFill>
                <a:latin typeface="Arial"/>
                <a:ea typeface="Arial"/>
                <a:cs typeface="Arial"/>
                <a:sym typeface="Arial"/>
              </a:rPr>
              <a:t>Self-Reflection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5"/>
          <p:cNvSpPr/>
          <p:nvPr/>
        </p:nvSpPr>
        <p:spPr>
          <a:xfrm>
            <a:off x="457200" y="1097275"/>
            <a:ext cx="8229600" cy="336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How Did We Feel About This Project?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</a:rPr>
              <a:t>Overall, the team felt proud of what was produced. Starting from a blank HTML file and arriving at a complete, working application within one semester was satisfying. The project felt meaningful because it solved a real problem, one we actually face as students.</a:t>
            </a:r>
            <a:endParaRPr b="1" sz="15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What Is the Team Most Proud Of?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</a:rPr>
              <a:t>The team is most proud of delivering a complete, coherent product. Every feature listed in the scope was shipped. Nothing was abandoned or half-finished.</a:t>
            </a:r>
            <a:endParaRPr b="1" sz="15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What Did We Learn About Ourselves?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</a:rPr>
              <a:t>Individually, each team member learned that the practices taught in ENSE 281 (clean naming, clear documentation, consistent code style) are not just theoretical ideals. When four people share a codebase, those practices directly affect how quickly you can understand and build on each other's work. Poor naming caused real friction; clear naming removed it.</a:t>
            </a:r>
            <a:endParaRPr b="1" sz="15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t/>
            </a:r>
            <a:endParaRPr b="1" sz="16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F64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A7F64"/>
                </a:solidFill>
                <a:latin typeface="Arial"/>
                <a:ea typeface="Arial"/>
                <a:cs typeface="Arial"/>
                <a:sym typeface="Arial"/>
              </a:rPr>
              <a:t>Self-Reflection (Continued)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6"/>
          <p:cNvSpPr/>
          <p:nvPr/>
        </p:nvSpPr>
        <p:spPr>
          <a:xfrm>
            <a:off x="457200" y="1097275"/>
            <a:ext cx="8229600" cy="338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Obstacles, Frustrations, and How We Overcame Them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</a:rPr>
              <a:t>Honestly, the biggest challenge was not technical; it was time. Every team member was balancing this project alongside other courses, part-time jobs, and personal responsibilities outside of school. There were moments where progress was slower than expected, not because anyone was disengaged, but because life does not pause for a semester project.</a:t>
            </a:r>
            <a:endParaRPr b="1" sz="15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How Will We Apply These Learnings Going Forward?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</a:rPr>
              <a:t>The principles practised in this project (defining clear goals, building iteratively, seeking feedback, and keeping scope tight) apply directly to any future software work. Each team member now has a concrete, shareable project to reference when articulating these skills.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</a:rPr>
              <a:t>In future projects, we would invest earlier in a lightweight design document and make architectural decisions explicitly rather than implicitly. We would also build in more structured feedback checkpoints rather than relying on informal input.</a:t>
            </a:r>
            <a:endParaRPr b="1" sz="15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t/>
            </a:r>
            <a:endParaRPr b="1" sz="16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/>
        </p:nvSpPr>
        <p:spPr>
          <a:xfrm>
            <a:off x="472975" y="253375"/>
            <a:ext cx="7888500" cy="6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200">
                <a:solidFill>
                  <a:srgbClr val="1A7F64"/>
                </a:solidFill>
              </a:rPr>
              <a:t>Future Adjustments:</a:t>
            </a:r>
            <a:endParaRPr sz="3200">
              <a:solidFill>
                <a:srgbClr val="1A7F6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7"/>
          <p:cNvSpPr txBox="1"/>
          <p:nvPr/>
        </p:nvSpPr>
        <p:spPr>
          <a:xfrm>
            <a:off x="591200" y="1114850"/>
            <a:ext cx="7972800" cy="3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-3619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100"/>
              <a:t>Payment Processing</a:t>
            </a:r>
            <a:endParaRPr sz="2100"/>
          </a:p>
          <a:p>
            <a:pPr indent="-3619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100"/>
              <a:t>Rating/Reviews</a:t>
            </a:r>
            <a:endParaRPr sz="2100"/>
          </a:p>
          <a:p>
            <a:pPr indent="-3619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100"/>
              <a:t>In-App Messaging</a:t>
            </a:r>
            <a:endParaRPr sz="2100"/>
          </a:p>
          <a:p>
            <a:pPr indent="-3619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100"/>
              <a:t>Post Edits</a:t>
            </a:r>
            <a:endParaRPr sz="2100"/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7F64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Thank You!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8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Questions?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8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GitHub: github.com/thomaskeithpersson-afk/281-Group-Project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